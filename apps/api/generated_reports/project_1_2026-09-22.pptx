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Недельный отчет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Проект: Tashkent Logistics Center</a:t>
            </a:r>
          </a:p>
          <a:p>
            <a:pPr/>
            <a:r>
              <a:t>Разработал: Белоусов Д.А</a:t>
            </a:r>
          </a:p>
          <a:p>
            <a:pPr/>
            <a:r>
              <a:t>Дата формирования: 2026-09-22</a:t>
            </a:r>
          </a:p>
          <a:p>
            <a:pPr/>
            <a:r>
              <a:t>Неделя года: 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этапы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Ключевые этапы проекта за неделю.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Риски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Риски</a:t>
            </a:r>
          </a:p>
          <a:p>
            <a:pPr/>
            <a:r>
              <a:t>1. Risk</a:t>
            </a:r>
          </a:p>
          <a:p>
            <a:pPr/>
            <a:r>
              <a:t>- id: 1</a:t>
            </a:r>
          </a:p>
          <a:p>
            <a:pPr/>
            <a:r>
              <a:t>- project_id: 1</a:t>
            </a:r>
          </a:p>
          <a:p>
            <a:pPr/>
            <a:r>
              <a:t>- code: R-021</a:t>
            </a:r>
          </a:p>
          <a:p>
            <a:pPr/>
            <a:r>
              <a:t>- title: Electrical capacity risk</a:t>
            </a:r>
          </a:p>
          <a:p>
            <a:pPr/>
            <a:r>
              <a:t>- description: Insufficient electrical capacity could delay commissioning.</a:t>
            </a:r>
          </a:p>
          <a:p>
            <a:pPr/>
            <a:r>
              <a:t>- category: Technical</a:t>
            </a:r>
          </a:p>
          <a:p>
            <a:pPr/>
            <a:r>
              <a:t>- probability: high</a:t>
            </a:r>
          </a:p>
          <a:p>
            <a:pPr/>
            <a:r>
              <a:t>- impact_level: critical</a:t>
            </a:r>
          </a:p>
          <a:p>
            <a:pPr/>
            <a:r>
              <a:t>- rating: critical</a:t>
            </a:r>
          </a:p>
          <a:p>
            <a:pPr/>
            <a:r>
              <a:t>- schedule_impact_days: 45</a:t>
            </a:r>
          </a:p>
          <a:p>
            <a:pPr/>
            <a:r>
              <a:t>- cost_impact: 400000.00</a:t>
            </a:r>
          </a:p>
          <a:p>
            <a:pPr/>
            <a:r>
              <a:t>- owner_id: 1</a:t>
            </a:r>
          </a:p>
          <a:p>
            <a:pPr/>
            <a:r>
              <a:t>- response_strategy: mitigate</a:t>
            </a:r>
          </a:p>
          <a:p>
            <a:pPr/>
            <a:r>
              <a:t>- mitigation: Install additional transformer station.</a:t>
            </a:r>
          </a:p>
          <a:p>
            <a:pPr/>
            <a:r>
              <a:t>- status: mitigated</a:t>
            </a:r>
          </a:p>
          <a:p>
            <a:pPr/>
            <a:r>
              <a:t>- identified_at: 2026-09-12</a:t>
            </a:r>
          </a:p>
          <a:p>
            <a:pPr/>
            <a:r>
              <a:t>- due_date: 2026-09-30</a:t>
            </a:r>
          </a:p>
          <a:p>
            <a:pPr/>
            <a:r>
              <a:t>- closed_at: —</a:t>
            </a:r>
          </a:p>
          <a:p>
            <a:pPr/>
            <a:r>
              <a:t>- created_by: 1</a:t>
            </a:r>
          </a:p>
          <a:p>
            <a:pPr/>
            <a:r>
              <a:t>- created_at: 2026-09-21T12:34:57</a:t>
            </a:r>
          </a:p>
          <a:p>
            <a:pPr/>
            <a:r>
              <a:t>- updated_at: 2026-09-22T04:34:02</a:t>
            </a:r>
          </a:p>
          <a:p>
            <a:pPr/>
          </a:p>
          <a:p>
            <a:pPr/>
            <a:r>
              <a:t>2. Risk</a:t>
            </a:r>
          </a:p>
          <a:p>
            <a:pPr/>
            <a:r>
              <a:t>- id: 2</a:t>
            </a:r>
          </a:p>
          <a:p>
            <a:pPr/>
            <a:r>
              <a:t>- project_id: 1</a:t>
            </a:r>
          </a:p>
          <a:p>
            <a:pPr/>
            <a:r>
              <a:t>- code: R-002</a:t>
            </a:r>
          </a:p>
          <a:p>
            <a:pPr/>
            <a:r>
              <a:t>- title: Тестовый риск для аудита</a:t>
            </a:r>
          </a:p>
          <a:p>
            <a:pPr/>
            <a:r>
              <a:t>- description: Проверка журнала аудита</a:t>
            </a:r>
          </a:p>
          <a:p>
            <a:pPr/>
            <a:r>
              <a:t>- category: schedule</a:t>
            </a:r>
          </a:p>
          <a:p>
            <a:pPr/>
            <a:r>
              <a:t>- probability: medium</a:t>
            </a:r>
          </a:p>
          <a:p>
            <a:pPr/>
            <a:r>
              <a:t>- impact_level: high</a:t>
            </a:r>
          </a:p>
          <a:p>
            <a:pPr/>
            <a:r>
              <a:t>- rating: critical</a:t>
            </a:r>
          </a:p>
          <a:p>
            <a:pPr/>
            <a:r>
              <a:t>- schedule_impact_days: —</a:t>
            </a:r>
          </a:p>
          <a:p>
            <a:pPr/>
            <a:r>
              <a:t>- cost_impact: —</a:t>
            </a:r>
          </a:p>
          <a:p>
            <a:pPr/>
            <a:r>
              <a:t>- owner_id: —</a:t>
            </a:r>
          </a:p>
          <a:p>
            <a:pPr/>
            <a:r>
              <a:t>- response_strategy: —</a:t>
            </a:r>
          </a:p>
          <a:p>
            <a:pPr/>
            <a:r>
              <a:t>- mitigation: —</a:t>
            </a:r>
          </a:p>
          <a:p>
            <a:pPr/>
            <a:r>
              <a:t>- status: occurred</a:t>
            </a:r>
          </a:p>
          <a:p>
            <a:pPr/>
            <a:r>
              <a:t>- identified_at: —</a:t>
            </a:r>
          </a:p>
          <a:p>
            <a:pPr/>
            <a:r>
              <a:t>- due_date: —</a:t>
            </a:r>
          </a:p>
          <a:p>
            <a:pPr/>
            <a:r>
              <a:t>- closed_at: —</a:t>
            </a:r>
          </a:p>
          <a:p>
            <a:pPr/>
            <a:r>
              <a:t>- created_by: 1</a:t>
            </a:r>
          </a:p>
          <a:p>
            <a:pPr/>
            <a:r>
              <a:t>- created_at: 2026-09-22T04:36:40</a:t>
            </a:r>
          </a:p>
          <a:p>
            <a:pPr/>
            <a:r>
              <a:t>- updated_at: 2026-09-22T04:36:40</a:t>
            </a:r>
          </a:p>
          <a:p>
            <a:pPr/>
          </a:p>
          <a:p>
            <a:pPr/>
            <a:r>
              <a:t>3. Risk</a:t>
            </a:r>
          </a:p>
          <a:p>
            <a:pPr/>
            <a:r>
              <a:t>- id: 3</a:t>
            </a:r>
          </a:p>
          <a:p>
            <a:pPr/>
            <a:r>
              <a:t>- project_id: 1</a:t>
            </a:r>
          </a:p>
          <a:p>
            <a:pPr/>
            <a:r>
              <a:t>- code: R-003</a:t>
            </a:r>
          </a:p>
          <a:p>
            <a:pPr/>
            <a:r>
              <a:t>- title: Тестовый риск для аудита</a:t>
            </a:r>
          </a:p>
          <a:p>
            <a:pPr/>
            <a:r>
              <a:t>- description: Проверка журнала аудита</a:t>
            </a:r>
          </a:p>
          <a:p>
            <a:pPr/>
            <a:r>
              <a:t>- category: schedule</a:t>
            </a:r>
          </a:p>
          <a:p>
            <a:pPr/>
            <a:r>
              <a:t>- probability: medium</a:t>
            </a:r>
          </a:p>
          <a:p>
            <a:pPr/>
            <a:r>
              <a:t>- impact_level: high</a:t>
            </a:r>
          </a:p>
          <a:p>
            <a:pPr/>
            <a:r>
              <a:t>- rating: critical</a:t>
            </a:r>
          </a:p>
          <a:p>
            <a:pPr/>
            <a:r>
              <a:t>- schedule_impact_days: —</a:t>
            </a:r>
          </a:p>
          <a:p>
            <a:pPr/>
            <a:r>
              <a:t>- cost_impact: —</a:t>
            </a:r>
          </a:p>
          <a:p>
            <a:pPr/>
            <a:r>
              <a:t>- owner_id: —</a:t>
            </a:r>
          </a:p>
          <a:p>
            <a:pPr/>
            <a:r>
              <a:t>- response_strategy: —</a:t>
            </a:r>
          </a:p>
          <a:p>
            <a:pPr/>
            <a:r>
              <a:t>- mitigation: —</a:t>
            </a:r>
          </a:p>
          <a:p>
            <a:pPr/>
            <a:r>
              <a:t>- status: occurred</a:t>
            </a:r>
          </a:p>
          <a:p>
            <a:pPr/>
            <a:r>
              <a:t>- identified_at: —</a:t>
            </a:r>
          </a:p>
          <a:p>
            <a:pPr/>
            <a:r>
              <a:t>- due_date: —</a:t>
            </a:r>
          </a:p>
          <a:p>
            <a:pPr/>
            <a:r>
              <a:t>- closed_at: —</a:t>
            </a:r>
          </a:p>
          <a:p>
            <a:pPr/>
            <a:r>
              <a:t>- created_by: 1</a:t>
            </a:r>
          </a:p>
          <a:p>
            <a:pPr/>
            <a:r>
              <a:t>- created_at: 2026-09-22T04:37:35</a:t>
            </a:r>
          </a:p>
          <a:p>
            <a:pPr/>
            <a:r>
              <a:t>- updated_at: 2026-09-22T04:37:35</a:t>
            </a:r>
          </a:p>
          <a:p>
            <a:pPr/>
          </a:p>
          <a:p>
            <a:pPr/>
            <a:r>
              <a:t>4. Risk</a:t>
            </a:r>
          </a:p>
          <a:p>
            <a:pPr/>
            <a:r>
              <a:t>- id: 4</a:t>
            </a:r>
          </a:p>
          <a:p>
            <a:pPr/>
            <a:r>
              <a:t>- project_id: 1</a:t>
            </a:r>
          </a:p>
          <a:p>
            <a:pPr/>
            <a:r>
              <a:t>- code: R-004</a:t>
            </a:r>
          </a:p>
          <a:p>
            <a:pPr/>
            <a:r>
              <a:t>- title: Тестовый риск для аудита</a:t>
            </a:r>
          </a:p>
          <a:p>
            <a:pPr/>
            <a:r>
              <a:t>- description: Проверка журнала аудита</a:t>
            </a:r>
          </a:p>
          <a:p>
            <a:pPr/>
            <a:r>
              <a:t>- category: schedule</a:t>
            </a:r>
          </a:p>
          <a:p>
            <a:pPr/>
            <a:r>
              <a:t>- probability: medium</a:t>
            </a:r>
          </a:p>
          <a:p>
            <a:pPr/>
            <a:r>
              <a:t>- impact_level: high</a:t>
            </a:r>
          </a:p>
          <a:p>
            <a:pPr/>
            <a:r>
              <a:t>- rating: high</a:t>
            </a:r>
          </a:p>
          <a:p>
            <a:pPr/>
            <a:r>
              <a:t>- schedule_impact_days: —</a:t>
            </a:r>
          </a:p>
          <a:p>
            <a:pPr/>
            <a:r>
              <a:t>- cost_impact: —</a:t>
            </a:r>
          </a:p>
          <a:p>
            <a:pPr/>
            <a:r>
              <a:t>- owner_id: —</a:t>
            </a:r>
          </a:p>
          <a:p>
            <a:pPr/>
            <a:r>
              <a:t>- response_strategy: —</a:t>
            </a:r>
          </a:p>
          <a:p>
            <a:pPr/>
            <a:r>
              <a:t>- mitigation: —</a:t>
            </a:r>
          </a:p>
          <a:p>
            <a:pPr/>
            <a:r>
              <a:t>- status: open</a:t>
            </a:r>
          </a:p>
          <a:p>
            <a:pPr/>
            <a:r>
              <a:t>- identified_at: —</a:t>
            </a:r>
          </a:p>
          <a:p>
            <a:pPr/>
            <a:r>
              <a:t>- due_date: —</a:t>
            </a:r>
          </a:p>
          <a:p>
            <a:pPr/>
            <a:r>
              <a:t>- closed_at: —</a:t>
            </a:r>
          </a:p>
          <a:p>
            <a:pPr/>
            <a:r>
              <a:t>- created_by: 1</a:t>
            </a:r>
          </a:p>
          <a:p>
            <a:pPr/>
            <a:r>
              <a:t>- created_at: 2026-09-22T04:37:50</a:t>
            </a:r>
          </a:p>
          <a:p>
            <a:pPr/>
            <a:r>
              <a:t>- updated_at: 2026-09-22T04:37:50</a:t>
            </a:r>
          </a:p>
          <a:p>
            <a:pPr/>
          </a:p>
          <a:p>
            <a:pPr/>
            <a:r>
              <a:t>5. Risk</a:t>
            </a:r>
          </a:p>
          <a:p>
            <a:pPr/>
            <a:r>
              <a:t>- id: 5</a:t>
            </a:r>
          </a:p>
          <a:p>
            <a:pPr/>
            <a:r>
              <a:t>- project_id: 1</a:t>
            </a:r>
          </a:p>
          <a:p>
            <a:pPr/>
            <a:r>
              <a:t>- code: R-005</a:t>
            </a:r>
          </a:p>
          <a:p>
            <a:pPr/>
            <a:r>
              <a:t>- title: Тестовый риск для аудита</a:t>
            </a:r>
          </a:p>
          <a:p>
            <a:pPr/>
            <a:r>
              <a:t>- description: Проверка журнала аудита</a:t>
            </a:r>
          </a:p>
          <a:p>
            <a:pPr/>
            <a:r>
              <a:t>- category: schedule</a:t>
            </a:r>
          </a:p>
          <a:p>
            <a:pPr/>
            <a:r>
              <a:t>- probability: medium</a:t>
            </a:r>
          </a:p>
          <a:p>
            <a:pPr/>
            <a:r>
              <a:t>- impact_level: high</a:t>
            </a:r>
          </a:p>
          <a:p>
            <a:pPr/>
            <a:r>
              <a:t>- rating: critical</a:t>
            </a:r>
          </a:p>
          <a:p>
            <a:pPr/>
            <a:r>
              <a:t>- schedule_impact_days: —</a:t>
            </a:r>
          </a:p>
          <a:p>
            <a:pPr/>
            <a:r>
              <a:t>- cost_impact: —</a:t>
            </a:r>
          </a:p>
          <a:p>
            <a:pPr/>
            <a:r>
              <a:t>- owner_id: —</a:t>
            </a:r>
          </a:p>
          <a:p>
            <a:pPr/>
            <a:r>
              <a:t>- response_strategy: —</a:t>
            </a:r>
          </a:p>
          <a:p>
            <a:pPr/>
            <a:r>
              <a:t>- mitigation: —</a:t>
            </a:r>
          </a:p>
          <a:p>
            <a:pPr/>
            <a:r>
              <a:t>- status: occurred</a:t>
            </a:r>
          </a:p>
          <a:p>
            <a:pPr/>
            <a:r>
              <a:t>- identified_at: —</a:t>
            </a:r>
          </a:p>
          <a:p>
            <a:pPr/>
            <a:r>
              <a:t>- due_date: —</a:t>
            </a:r>
          </a:p>
          <a:p>
            <a:pPr/>
            <a:r>
              <a:t>- closed_at: —</a:t>
            </a:r>
          </a:p>
          <a:p>
            <a:pPr/>
            <a:r>
              <a:t>- created_by: 1</a:t>
            </a:r>
          </a:p>
          <a:p>
            <a:pPr/>
            <a:r>
              <a:t>- created_at: 2026-09-22T04:38:25</a:t>
            </a:r>
          </a:p>
          <a:p>
            <a:pPr/>
            <a:r>
              <a:t>- updated_at: 2026-09-22T04:38:25</a:t>
            </a:r>
          </a:p>
          <a:p>
            <a:pPr/>
          </a:p>
          <a:p>
            <a:pPr/>
            <a:r>
              <a:t>6. Risk</a:t>
            </a:r>
          </a:p>
          <a:p>
            <a:pPr/>
            <a:r>
              <a:t>- id: 6</a:t>
            </a:r>
          </a:p>
          <a:p>
            <a:pPr/>
            <a:r>
              <a:t>- project_id: 1</a:t>
            </a:r>
          </a:p>
          <a:p>
            <a:pPr/>
            <a:r>
              <a:t>- code: R-006</a:t>
            </a:r>
          </a:p>
          <a:p>
            <a:pPr/>
            <a:r>
              <a:t>- title: Тестовый риск для аудита</a:t>
            </a:r>
          </a:p>
          <a:p>
            <a:pPr/>
            <a:r>
              <a:t>- description: Проверка журнала аудита</a:t>
            </a:r>
          </a:p>
          <a:p>
            <a:pPr/>
            <a:r>
              <a:t>- category: schedule</a:t>
            </a:r>
          </a:p>
          <a:p>
            <a:pPr/>
            <a:r>
              <a:t>- probability: medium</a:t>
            </a:r>
          </a:p>
          <a:p>
            <a:pPr/>
            <a:r>
              <a:t>- impact_level: high</a:t>
            </a:r>
          </a:p>
          <a:p>
            <a:pPr/>
            <a:r>
              <a:t>- rating: critical</a:t>
            </a:r>
          </a:p>
          <a:p>
            <a:pPr/>
            <a:r>
              <a:t>- schedule_impact_days: —</a:t>
            </a:r>
          </a:p>
          <a:p>
            <a:pPr/>
            <a:r>
              <a:t>- cost_impact: —</a:t>
            </a:r>
          </a:p>
          <a:p>
            <a:pPr/>
            <a:r>
              <a:t>- owner_id: —</a:t>
            </a:r>
          </a:p>
          <a:p>
            <a:pPr/>
            <a:r>
              <a:t>- response_strategy: —</a:t>
            </a:r>
          </a:p>
          <a:p>
            <a:pPr/>
            <a:r>
              <a:t>- mitigation: —</a:t>
            </a:r>
          </a:p>
          <a:p>
            <a:pPr/>
            <a:r>
              <a:t>- status: occurred</a:t>
            </a:r>
          </a:p>
          <a:p>
            <a:pPr/>
            <a:r>
              <a:t>- identified_at: —</a:t>
            </a:r>
          </a:p>
          <a:p>
            <a:pPr/>
            <a:r>
              <a:t>- due_date: —</a:t>
            </a:r>
          </a:p>
          <a:p>
            <a:pPr/>
            <a:r>
              <a:t>- closed_at: —</a:t>
            </a:r>
          </a:p>
          <a:p>
            <a:pPr/>
            <a:r>
              <a:t>- created_by: 1</a:t>
            </a:r>
          </a:p>
          <a:p>
            <a:pPr/>
            <a:r>
              <a:t>- created_at: 2026-09-22T04:39:22</a:t>
            </a:r>
          </a:p>
          <a:p>
            <a:pPr/>
            <a:r>
              <a:t>- updated_at: 2026-09-22T04:39:22</a:t>
            </a:r>
          </a:p>
          <a:p>
            <a:pPr/>
          </a:p>
          <a:p>
            <a:pPr/>
            <a:r>
              <a:t>7. Risk</a:t>
            </a:r>
          </a:p>
          <a:p>
            <a:pPr/>
            <a:r>
              <a:t>- id: 7</a:t>
            </a:r>
          </a:p>
          <a:p>
            <a:pPr/>
            <a:r>
              <a:t>- project_id: 1</a:t>
            </a:r>
          </a:p>
          <a:p>
            <a:pPr/>
            <a:r>
              <a:t>- code: R-007</a:t>
            </a:r>
          </a:p>
          <a:p>
            <a:pPr/>
            <a:r>
              <a:t>- title: Риск задержки поставок</a:t>
            </a:r>
          </a:p>
          <a:p>
            <a:pPr/>
            <a:r>
              <a:t>- description: Поставщик может задержать материалы</a:t>
            </a:r>
          </a:p>
          <a:p>
            <a:pPr/>
            <a:r>
              <a:t>- category: —</a:t>
            </a:r>
          </a:p>
          <a:p>
            <a:pPr/>
            <a:r>
              <a:t>- probability: medium</a:t>
            </a:r>
          </a:p>
          <a:p>
            <a:pPr/>
            <a:r>
              <a:t>- impact_level: high</a:t>
            </a:r>
          </a:p>
          <a:p>
            <a:pPr/>
            <a:r>
              <a:t>- rating: high</a:t>
            </a:r>
          </a:p>
          <a:p>
            <a:pPr/>
            <a:r>
              <a:t>- schedule_impact_days: —</a:t>
            </a:r>
          </a:p>
          <a:p>
            <a:pPr/>
            <a:r>
              <a:t>- cost_impact: —</a:t>
            </a:r>
          </a:p>
          <a:p>
            <a:pPr/>
            <a:r>
              <a:t>- owner_id: —</a:t>
            </a:r>
          </a:p>
          <a:p>
            <a:pPr/>
            <a:r>
              <a:t>- response_strategy: —</a:t>
            </a:r>
          </a:p>
          <a:p>
            <a:pPr/>
            <a:r>
              <a:t>- mitigation: —</a:t>
            </a:r>
          </a:p>
          <a:p>
            <a:pPr/>
            <a:r>
              <a:t>- status: occurred</a:t>
            </a:r>
          </a:p>
          <a:p>
            <a:pPr/>
            <a:r>
              <a:t>- identified_at: —</a:t>
            </a:r>
          </a:p>
          <a:p>
            <a:pPr/>
            <a:r>
              <a:t>- due_date: —</a:t>
            </a:r>
          </a:p>
          <a:p>
            <a:pPr/>
            <a:r>
              <a:t>- closed_at: —</a:t>
            </a:r>
          </a:p>
          <a:p>
            <a:pPr/>
            <a:r>
              <a:t>- created_by: 1</a:t>
            </a:r>
          </a:p>
          <a:p>
            <a:pPr/>
            <a:r>
              <a:t>- created_at: 2026-09-22T05:00:19</a:t>
            </a:r>
          </a:p>
          <a:p>
            <a:pPr/>
            <a:r>
              <a:t>- updated_at: 2026-09-22T05:00:19</a:t>
            </a:r>
          </a:p>
          <a:p>
            <a:pPr/>
          </a:p>
          <a:p>
            <a:pPr/>
            <a:r>
              <a:t>8. Risk</a:t>
            </a:r>
          </a:p>
          <a:p>
            <a:pPr/>
            <a:r>
              <a:t>- id: 8</a:t>
            </a:r>
          </a:p>
          <a:p>
            <a:pPr/>
            <a:r>
              <a:t>- project_id: 1</a:t>
            </a:r>
          </a:p>
          <a:p>
            <a:pPr/>
            <a:r>
              <a:t>- code: R-008</a:t>
            </a:r>
          </a:p>
          <a:p>
            <a:pPr/>
            <a:r>
              <a:t>- title: Тестовый риск для аудита</a:t>
            </a:r>
          </a:p>
          <a:p>
            <a:pPr/>
            <a:r>
              <a:t>- description: Проверка журнала аудита</a:t>
            </a:r>
          </a:p>
          <a:p>
            <a:pPr/>
            <a:r>
              <a:t>- category: schedule</a:t>
            </a:r>
          </a:p>
          <a:p>
            <a:pPr/>
            <a:r>
              <a:t>- probability: medium</a:t>
            </a:r>
          </a:p>
          <a:p>
            <a:pPr/>
            <a:r>
              <a:t>- impact_level: high</a:t>
            </a:r>
          </a:p>
          <a:p>
            <a:pPr/>
            <a:r>
              <a:t>- rating: critical</a:t>
            </a:r>
          </a:p>
          <a:p>
            <a:pPr/>
            <a:r>
              <a:t>- schedule_impact_days: —</a:t>
            </a:r>
          </a:p>
          <a:p>
            <a:pPr/>
            <a:r>
              <a:t>- cost_impact: —</a:t>
            </a:r>
          </a:p>
          <a:p>
            <a:pPr/>
            <a:r>
              <a:t>- owner_id: —</a:t>
            </a:r>
          </a:p>
          <a:p>
            <a:pPr/>
            <a:r>
              <a:t>- response_strategy: —</a:t>
            </a:r>
          </a:p>
          <a:p>
            <a:pPr/>
            <a:r>
              <a:t>- mitigation: —</a:t>
            </a:r>
          </a:p>
          <a:p>
            <a:pPr/>
            <a:r>
              <a:t>- status: occurred</a:t>
            </a:r>
          </a:p>
          <a:p>
            <a:pPr/>
            <a:r>
              <a:t>- identified_at: —</a:t>
            </a:r>
          </a:p>
          <a:p>
            <a:pPr/>
            <a:r>
              <a:t>- due_date: —</a:t>
            </a:r>
          </a:p>
          <a:p>
            <a:pPr/>
            <a:r>
              <a:t>- closed_at: —</a:t>
            </a:r>
          </a:p>
          <a:p>
            <a:pPr/>
            <a:r>
              <a:t>- created_by: 1</a:t>
            </a:r>
          </a:p>
          <a:p>
            <a:pPr/>
            <a:r>
              <a:t>- created_at: 2026-09-22T05:00:19</a:t>
            </a:r>
          </a:p>
          <a:p>
            <a:pPr/>
            <a:r>
              <a:t>- updated_at: 2026-09-22T05:00:19</a:t>
            </a:r>
          </a:p>
          <a:p>
            <a:p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Проблемы</a:t>
            </a:r>
          </a:p>
          <a:p>
            <a:pPr/>
            <a:r>
              <a:t>1. Issue</a:t>
            </a:r>
          </a:p>
          <a:p>
            <a:pPr/>
            <a:r>
              <a:t>- id: 1</a:t>
            </a:r>
          </a:p>
          <a:p>
            <a:pPr/>
            <a:r>
              <a:t>- project_id: 1</a:t>
            </a:r>
          </a:p>
          <a:p>
            <a:pPr/>
            <a:r>
              <a:t>- code: I-014</a:t>
            </a:r>
          </a:p>
          <a:p>
            <a:pPr/>
            <a:r>
              <a:t>- title: Insufficient electrical capacity confirmed</a:t>
            </a:r>
          </a:p>
          <a:p>
            <a:pPr/>
            <a:r>
              <a:t>- description: The site load analysis confirmed the existing capacity is insufficient.</a:t>
            </a:r>
          </a:p>
          <a:p>
            <a:pPr/>
            <a:r>
              <a:t>- category: Technical</a:t>
            </a:r>
          </a:p>
          <a:p>
            <a:pPr/>
            <a:r>
              <a:t>- priority: high</a:t>
            </a:r>
          </a:p>
          <a:p>
            <a:pPr/>
            <a:r>
              <a:t>- severity: critical</a:t>
            </a:r>
          </a:p>
          <a:p>
            <a:pPr/>
            <a:r>
              <a:t>- schedule_impact_days: 45</a:t>
            </a:r>
          </a:p>
          <a:p>
            <a:pPr/>
            <a:r>
              <a:t>- cost_impact: 400000.00</a:t>
            </a:r>
          </a:p>
          <a:p>
            <a:pPr/>
            <a:r>
              <a:t>- owner_id: 1</a:t>
            </a:r>
          </a:p>
          <a:p>
            <a:pPr/>
            <a:r>
              <a:t>- action_required: Select and approve electrical solution.</a:t>
            </a:r>
          </a:p>
          <a:p>
            <a:pPr/>
            <a:r>
              <a:t>- status: open</a:t>
            </a:r>
          </a:p>
          <a:p>
            <a:pPr/>
            <a:r>
              <a:t>- identified_at: 2026-09-15</a:t>
            </a:r>
          </a:p>
          <a:p>
            <a:pPr/>
            <a:r>
              <a:t>- due_date: 2026-09-25</a:t>
            </a:r>
          </a:p>
          <a:p>
            <a:pPr/>
            <a:r>
              <a:t>- resolved_at: —</a:t>
            </a:r>
          </a:p>
          <a:p>
            <a:pPr/>
            <a:r>
              <a:t>- created_by: 1</a:t>
            </a:r>
          </a:p>
          <a:p>
            <a:pPr/>
            <a:r>
              <a:t>- created_at: 2026-09-21T12:34:57</a:t>
            </a:r>
          </a:p>
          <a:p>
            <a:pPr/>
            <a:r>
              <a:t>- updated_at: 2026-09-21T12:34:57</a:t>
            </a:r>
          </a:p>
          <a:p>
            <a:pPr/>
          </a:p>
          <a:p>
            <a:pPr/>
            <a:r>
              <a:t>2. Issue</a:t>
            </a:r>
          </a:p>
          <a:p>
            <a:pPr/>
            <a:r>
              <a:t>- id: 2</a:t>
            </a:r>
          </a:p>
          <a:p>
            <a:pPr/>
            <a:r>
              <a:t>- project_id: 1</a:t>
            </a:r>
          </a:p>
          <a:p>
            <a:pPr/>
            <a:r>
              <a:t>- code: I-002</a:t>
            </a:r>
          </a:p>
          <a:p>
            <a:pPr/>
            <a:r>
              <a:t>- title: Проблема с поставкой</a:t>
            </a:r>
          </a:p>
          <a:p>
            <a:pPr/>
            <a:r>
              <a:t>- description: Нужно проверить сроки поставки материалов.</a:t>
            </a:r>
          </a:p>
          <a:p>
            <a:pPr/>
            <a:r>
              <a:t>- category: Logistics</a:t>
            </a:r>
          </a:p>
          <a:p>
            <a:pPr/>
            <a:r>
              <a:t>- priority: critical</a:t>
            </a:r>
          </a:p>
          <a:p>
            <a:pPr/>
            <a:r>
              <a:t>- severity: high</a:t>
            </a:r>
          </a:p>
          <a:p>
            <a:pPr/>
            <a:r>
              <a:t>- schedule_impact_days: 12</a:t>
            </a:r>
          </a:p>
          <a:p>
            <a:pPr/>
            <a:r>
              <a:t>- cost_impact: 15000.00</a:t>
            </a:r>
          </a:p>
          <a:p>
            <a:pPr/>
            <a:r>
              <a:t>- owner_id: —</a:t>
            </a:r>
          </a:p>
          <a:p>
            <a:pPr/>
            <a:r>
              <a:t>- action_required: Провести аудит поставщика.</a:t>
            </a:r>
          </a:p>
          <a:p>
            <a:pPr/>
            <a:r>
              <a:t>- status: in_progress</a:t>
            </a:r>
          </a:p>
          <a:p>
            <a:pPr/>
            <a:r>
              <a:t>- identified_at: —</a:t>
            </a:r>
          </a:p>
          <a:p>
            <a:pPr/>
            <a:r>
              <a:t>- due_date: 2026-09-30</a:t>
            </a:r>
          </a:p>
          <a:p>
            <a:pPr/>
            <a:r>
              <a:t>- resolved_at: —</a:t>
            </a:r>
          </a:p>
          <a:p>
            <a:pPr/>
            <a:r>
              <a:t>- created_by: 1</a:t>
            </a:r>
          </a:p>
          <a:p>
            <a:pPr/>
            <a:r>
              <a:t>- created_at: 2026-09-21T12:38:13</a:t>
            </a:r>
          </a:p>
          <a:p>
            <a:pPr/>
            <a:r>
              <a:t>- updated_at: 2026-09-21T12:38:13</a:t>
            </a:r>
          </a:p>
          <a:p>
            <a:pPr/>
          </a:p>
          <a:p>
            <a:pPr/>
            <a:r>
              <a:t>3. Issue</a:t>
            </a:r>
          </a:p>
          <a:p>
            <a:pPr/>
            <a:r>
              <a:t>- id: 3</a:t>
            </a:r>
          </a:p>
          <a:p>
            <a:pPr/>
            <a:r>
              <a:t>- project_id: 1</a:t>
            </a:r>
          </a:p>
          <a:p>
            <a:pPr/>
            <a:r>
              <a:t>- code: I-003</a:t>
            </a:r>
          </a:p>
          <a:p>
            <a:pPr/>
            <a:r>
              <a:t>- title: Проблема с поставкой</a:t>
            </a:r>
          </a:p>
          <a:p>
            <a:pPr/>
            <a:r>
              <a:t>- description: Нужно проверить сроки поставки материалов.</a:t>
            </a:r>
          </a:p>
          <a:p>
            <a:pPr/>
            <a:r>
              <a:t>- category: Logistics</a:t>
            </a:r>
          </a:p>
          <a:p>
            <a:pPr/>
            <a:r>
              <a:t>- priority: critical</a:t>
            </a:r>
          </a:p>
          <a:p>
            <a:pPr/>
            <a:r>
              <a:t>- severity: high</a:t>
            </a:r>
          </a:p>
          <a:p>
            <a:pPr/>
            <a:r>
              <a:t>- schedule_impact_days: 12</a:t>
            </a:r>
          </a:p>
          <a:p>
            <a:pPr/>
            <a:r>
              <a:t>- cost_impact: 15000.00</a:t>
            </a:r>
          </a:p>
          <a:p>
            <a:pPr/>
            <a:r>
              <a:t>- owner_id: —</a:t>
            </a:r>
          </a:p>
          <a:p>
            <a:pPr/>
            <a:r>
              <a:t>- action_required: Провести аудит поставщика.</a:t>
            </a:r>
          </a:p>
          <a:p>
            <a:pPr/>
            <a:r>
              <a:t>- status: in_progress</a:t>
            </a:r>
          </a:p>
          <a:p>
            <a:pPr/>
            <a:r>
              <a:t>- identified_at: —</a:t>
            </a:r>
          </a:p>
          <a:p>
            <a:pPr/>
            <a:r>
              <a:t>- due_date: 2026-09-30</a:t>
            </a:r>
          </a:p>
          <a:p>
            <a:pPr/>
            <a:r>
              <a:t>- resolved_at: —</a:t>
            </a:r>
          </a:p>
          <a:p>
            <a:pPr/>
            <a:r>
              <a:t>- created_by: 1</a:t>
            </a:r>
          </a:p>
          <a:p>
            <a:pPr/>
            <a:r>
              <a:t>- created_at: 2026-09-22T04:24:31</a:t>
            </a:r>
          </a:p>
          <a:p>
            <a:pPr/>
            <a:r>
              <a:t>- updated_at: 2026-09-22T04:24:31</a:t>
            </a:r>
          </a:p>
          <a:p>
            <a:pPr/>
          </a:p>
          <a:p>
            <a:pPr/>
            <a:r>
              <a:t>4. Issue</a:t>
            </a:r>
          </a:p>
          <a:p>
            <a:pPr/>
            <a:r>
              <a:t>- id: 4</a:t>
            </a:r>
          </a:p>
          <a:p>
            <a:pPr/>
            <a:r>
              <a:t>- project_id: 1</a:t>
            </a:r>
          </a:p>
          <a:p>
            <a:pPr/>
            <a:r>
              <a:t>- code: I-004</a:t>
            </a:r>
          </a:p>
          <a:p>
            <a:pPr/>
            <a:r>
              <a:t>- title: R-002: Тестовый риск для аудита</a:t>
            </a:r>
          </a:p>
          <a:p>
            <a:pPr/>
            <a:r>
              <a:t>- description: Проверка журнала аудита</a:t>
            </a:r>
          </a:p>
          <a:p>
            <a:pPr/>
            <a:r>
              <a:t>- category: schedule</a:t>
            </a:r>
          </a:p>
          <a:p>
            <a:pPr/>
            <a:r>
              <a:t>- priority: high</a:t>
            </a:r>
          </a:p>
          <a:p>
            <a:pPr/>
            <a:r>
              <a:t>- severity: high</a:t>
            </a:r>
          </a:p>
          <a:p>
            <a:pPr/>
            <a:r>
              <a:t>- schedule_impact_days: —</a:t>
            </a:r>
          </a:p>
          <a:p>
            <a:pPr/>
            <a:r>
              <a:t>- cost_impact: —</a:t>
            </a:r>
          </a:p>
          <a:p>
            <a:pPr/>
            <a:r>
              <a:t>- owner_id: —</a:t>
            </a:r>
          </a:p>
          <a:p>
            <a:pPr/>
            <a:r>
              <a:t>- action_required: Решение по риску требуется немедленно.</a:t>
            </a:r>
          </a:p>
          <a:p>
            <a:pPr/>
            <a:r>
              <a:t>- status: open</a:t>
            </a:r>
          </a:p>
          <a:p>
            <a:pPr/>
            <a:r>
              <a:t>- identified_at: 2026-09-22</a:t>
            </a:r>
          </a:p>
          <a:p>
            <a:pPr/>
            <a:r>
              <a:t>- due_date: —</a:t>
            </a:r>
          </a:p>
          <a:p>
            <a:pPr/>
            <a:r>
              <a:t>- resolved_at: —</a:t>
            </a:r>
          </a:p>
          <a:p>
            <a:pPr/>
            <a:r>
              <a:t>- created_by: 1</a:t>
            </a:r>
          </a:p>
          <a:p>
            <a:pPr/>
            <a:r>
              <a:t>- created_at: 2026-09-22T04:36:40</a:t>
            </a:r>
          </a:p>
          <a:p>
            <a:pPr/>
            <a:r>
              <a:t>- updated_at: 2026-09-22T04:36:40</a:t>
            </a:r>
          </a:p>
          <a:p>
            <a:pPr/>
          </a:p>
          <a:p>
            <a:pPr/>
            <a:r>
              <a:t>5. Issue</a:t>
            </a:r>
          </a:p>
          <a:p>
            <a:pPr/>
            <a:r>
              <a:t>- id: 5</a:t>
            </a:r>
          </a:p>
          <a:p>
            <a:pPr/>
            <a:r>
              <a:t>- project_id: 1</a:t>
            </a:r>
          </a:p>
          <a:p>
            <a:pPr/>
            <a:r>
              <a:t>- code: I-005</a:t>
            </a:r>
          </a:p>
          <a:p>
            <a:pPr/>
            <a:r>
              <a:t>- title: R-003: Тестовый риск для аудита</a:t>
            </a:r>
          </a:p>
          <a:p>
            <a:pPr/>
            <a:r>
              <a:t>- description: Проверка журнала аудита</a:t>
            </a:r>
          </a:p>
          <a:p>
            <a:pPr/>
            <a:r>
              <a:t>- category: schedule</a:t>
            </a:r>
          </a:p>
          <a:p>
            <a:pPr/>
            <a:r>
              <a:t>- priority: high</a:t>
            </a:r>
          </a:p>
          <a:p>
            <a:pPr/>
            <a:r>
              <a:t>- severity: high</a:t>
            </a:r>
          </a:p>
          <a:p>
            <a:pPr/>
            <a:r>
              <a:t>- schedule_impact_days: —</a:t>
            </a:r>
          </a:p>
          <a:p>
            <a:pPr/>
            <a:r>
              <a:t>- cost_impact: —</a:t>
            </a:r>
          </a:p>
          <a:p>
            <a:pPr/>
            <a:r>
              <a:t>- owner_id: —</a:t>
            </a:r>
          </a:p>
          <a:p>
            <a:pPr/>
            <a:r>
              <a:t>- action_required: Решение по риску требуется немедленно.</a:t>
            </a:r>
          </a:p>
          <a:p>
            <a:pPr/>
            <a:r>
              <a:t>- status: open</a:t>
            </a:r>
          </a:p>
          <a:p>
            <a:pPr/>
            <a:r>
              <a:t>- identified_at: 2026-09-22</a:t>
            </a:r>
          </a:p>
          <a:p>
            <a:pPr/>
            <a:r>
              <a:t>- due_date: —</a:t>
            </a:r>
          </a:p>
          <a:p>
            <a:pPr/>
            <a:r>
              <a:t>- resolved_at: —</a:t>
            </a:r>
          </a:p>
          <a:p>
            <a:pPr/>
            <a:r>
              <a:t>- created_by: 1</a:t>
            </a:r>
          </a:p>
          <a:p>
            <a:pPr/>
            <a:r>
              <a:t>- created_at: 2026-09-22T04:37:35</a:t>
            </a:r>
          </a:p>
          <a:p>
            <a:pPr/>
            <a:r>
              <a:t>- updated_at: 2026-09-22T04:37:35</a:t>
            </a:r>
          </a:p>
          <a:p>
            <a:pPr/>
          </a:p>
          <a:p>
            <a:pPr/>
            <a:r>
              <a:t>6. Issue</a:t>
            </a:r>
          </a:p>
          <a:p>
            <a:pPr/>
            <a:r>
              <a:t>- id: 6</a:t>
            </a:r>
          </a:p>
          <a:p>
            <a:pPr/>
            <a:r>
              <a:t>- project_id: 1</a:t>
            </a:r>
          </a:p>
          <a:p>
            <a:pPr/>
            <a:r>
              <a:t>- code: I-006</a:t>
            </a:r>
          </a:p>
          <a:p>
            <a:pPr/>
            <a:r>
              <a:t>- title: R-005: Тестовый риск для аудита</a:t>
            </a:r>
          </a:p>
          <a:p>
            <a:pPr/>
            <a:r>
              <a:t>- description: Проверка журнала аудита</a:t>
            </a:r>
          </a:p>
          <a:p>
            <a:pPr/>
            <a:r>
              <a:t>- category: schedule</a:t>
            </a:r>
          </a:p>
          <a:p>
            <a:pPr/>
            <a:r>
              <a:t>- priority: high</a:t>
            </a:r>
          </a:p>
          <a:p>
            <a:pPr/>
            <a:r>
              <a:t>- severity: high</a:t>
            </a:r>
          </a:p>
          <a:p>
            <a:pPr/>
            <a:r>
              <a:t>- schedule_impact_days: —</a:t>
            </a:r>
          </a:p>
          <a:p>
            <a:pPr/>
            <a:r>
              <a:t>- cost_impact: —</a:t>
            </a:r>
          </a:p>
          <a:p>
            <a:pPr/>
            <a:r>
              <a:t>- owner_id: —</a:t>
            </a:r>
          </a:p>
          <a:p>
            <a:pPr/>
            <a:r>
              <a:t>- action_required: Решение по риску требуется немедленно.</a:t>
            </a:r>
          </a:p>
          <a:p>
            <a:pPr/>
            <a:r>
              <a:t>- status: open</a:t>
            </a:r>
          </a:p>
          <a:p>
            <a:pPr/>
            <a:r>
              <a:t>- identified_at: 2026-09-22</a:t>
            </a:r>
          </a:p>
          <a:p>
            <a:pPr/>
            <a:r>
              <a:t>- due_date: —</a:t>
            </a:r>
          </a:p>
          <a:p>
            <a:pPr/>
            <a:r>
              <a:t>- resolved_at: —</a:t>
            </a:r>
          </a:p>
          <a:p>
            <a:pPr/>
            <a:r>
              <a:t>- created_by: 1</a:t>
            </a:r>
          </a:p>
          <a:p>
            <a:pPr/>
            <a:r>
              <a:t>- created_at: 2026-09-22T04:38:25</a:t>
            </a:r>
          </a:p>
          <a:p>
            <a:pPr/>
            <a:r>
              <a:t>- updated_at: 2026-09-22T04:38:25</a:t>
            </a:r>
          </a:p>
          <a:p>
            <a:pPr/>
          </a:p>
          <a:p>
            <a:pPr/>
            <a:r>
              <a:t>7. Issue</a:t>
            </a:r>
          </a:p>
          <a:p>
            <a:pPr/>
            <a:r>
              <a:t>- id: 7</a:t>
            </a:r>
          </a:p>
          <a:p>
            <a:pPr/>
            <a:r>
              <a:t>- project_id: 1</a:t>
            </a:r>
          </a:p>
          <a:p>
            <a:pPr/>
            <a:r>
              <a:t>- code: I-007</a:t>
            </a:r>
          </a:p>
          <a:p>
            <a:pPr/>
            <a:r>
              <a:t>- title: R-006: Тестовый риск для аудита</a:t>
            </a:r>
          </a:p>
          <a:p>
            <a:pPr/>
            <a:r>
              <a:t>- description: Проверка журнала аудита</a:t>
            </a:r>
          </a:p>
          <a:p>
            <a:pPr/>
            <a:r>
              <a:t>- category: schedule</a:t>
            </a:r>
          </a:p>
          <a:p>
            <a:pPr/>
            <a:r>
              <a:t>- priority: high</a:t>
            </a:r>
          </a:p>
          <a:p>
            <a:pPr/>
            <a:r>
              <a:t>- severity: high</a:t>
            </a:r>
          </a:p>
          <a:p>
            <a:pPr/>
            <a:r>
              <a:t>- schedule_impact_days: —</a:t>
            </a:r>
          </a:p>
          <a:p>
            <a:pPr/>
            <a:r>
              <a:t>- cost_impact: —</a:t>
            </a:r>
          </a:p>
          <a:p>
            <a:pPr/>
            <a:r>
              <a:t>- owner_id: —</a:t>
            </a:r>
          </a:p>
          <a:p>
            <a:pPr/>
            <a:r>
              <a:t>- action_required: Решение по риску требуется немедленно.</a:t>
            </a:r>
          </a:p>
          <a:p>
            <a:pPr/>
            <a:r>
              <a:t>- status: open</a:t>
            </a:r>
          </a:p>
          <a:p>
            <a:pPr/>
            <a:r>
              <a:t>- identified_at: 2026-09-22</a:t>
            </a:r>
          </a:p>
          <a:p>
            <a:pPr/>
            <a:r>
              <a:t>- due_date: —</a:t>
            </a:r>
          </a:p>
          <a:p>
            <a:pPr/>
            <a:r>
              <a:t>- resolved_at: —</a:t>
            </a:r>
          </a:p>
          <a:p>
            <a:pPr/>
            <a:r>
              <a:t>- created_by: 1</a:t>
            </a:r>
          </a:p>
          <a:p>
            <a:pPr/>
            <a:r>
              <a:t>- created_at: 2026-09-22T04:39:22</a:t>
            </a:r>
          </a:p>
          <a:p>
            <a:pPr/>
            <a:r>
              <a:t>- updated_at: 2026-09-22T04:39:22</a:t>
            </a:r>
          </a:p>
          <a:p>
            <a:pPr/>
          </a:p>
          <a:p>
            <a:pPr/>
            <a:r>
              <a:t>8. Issue</a:t>
            </a:r>
          </a:p>
          <a:p>
            <a:pPr/>
            <a:r>
              <a:t>- id: 8</a:t>
            </a:r>
          </a:p>
          <a:p>
            <a:pPr/>
            <a:r>
              <a:t>- project_id: 1</a:t>
            </a:r>
          </a:p>
          <a:p>
            <a:pPr/>
            <a:r>
              <a:t>- code: I-008</a:t>
            </a:r>
          </a:p>
          <a:p>
            <a:pPr/>
            <a:r>
              <a:t>- title: Проблема с поставкой</a:t>
            </a:r>
          </a:p>
          <a:p>
            <a:pPr/>
            <a:r>
              <a:t>- description: Нужно проверить сроки поставки материалов.</a:t>
            </a:r>
          </a:p>
          <a:p>
            <a:pPr/>
            <a:r>
              <a:t>- category: Logistics</a:t>
            </a:r>
          </a:p>
          <a:p>
            <a:pPr/>
            <a:r>
              <a:t>- priority: high</a:t>
            </a:r>
          </a:p>
          <a:p>
            <a:pPr/>
            <a:r>
              <a:t>- severity: critical</a:t>
            </a:r>
          </a:p>
          <a:p>
            <a:pPr/>
            <a:r>
              <a:t>- schedule_impact_days: 12</a:t>
            </a:r>
          </a:p>
          <a:p>
            <a:pPr/>
            <a:r>
              <a:t>- cost_impact: 15000.00</a:t>
            </a:r>
          </a:p>
          <a:p>
            <a:pPr/>
            <a:r>
              <a:t>- owner_id: —</a:t>
            </a:r>
          </a:p>
          <a:p>
            <a:pPr/>
            <a:r>
              <a:t>- action_required: Провести аудит поставщика.</a:t>
            </a:r>
          </a:p>
          <a:p>
            <a:pPr/>
            <a:r>
              <a:t>- status: open</a:t>
            </a:r>
          </a:p>
          <a:p>
            <a:pPr/>
            <a:r>
              <a:t>- identified_at: —</a:t>
            </a:r>
          </a:p>
          <a:p>
            <a:pPr/>
            <a:r>
              <a:t>- due_date: 2026-09-30</a:t>
            </a:r>
          </a:p>
          <a:p>
            <a:pPr/>
            <a:r>
              <a:t>- resolved_at: —</a:t>
            </a:r>
          </a:p>
          <a:p>
            <a:pPr/>
            <a:r>
              <a:t>- created_by: 1</a:t>
            </a:r>
          </a:p>
          <a:p>
            <a:pPr/>
            <a:r>
              <a:t>- created_at: 2026-09-22T04:42:32</a:t>
            </a:r>
          </a:p>
          <a:p>
            <a:pPr/>
            <a:r>
              <a:t>- updated_at: 2026-09-22T04:42:32</a:t>
            </a:r>
          </a:p>
          <a:p>
            <a:pPr/>
          </a:p>
          <a:p>
            <a:pPr/>
            <a:r>
              <a:t>9. Issue</a:t>
            </a:r>
          </a:p>
          <a:p>
            <a:pPr/>
            <a:r>
              <a:t>- id: 9</a:t>
            </a:r>
          </a:p>
          <a:p>
            <a:pPr/>
            <a:r>
              <a:t>- project_id: 1</a:t>
            </a:r>
          </a:p>
          <a:p>
            <a:pPr/>
            <a:r>
              <a:t>- code: I-009</a:t>
            </a:r>
          </a:p>
          <a:p>
            <a:pPr/>
            <a:r>
              <a:t>- title: Проблема с поставкой</a:t>
            </a:r>
          </a:p>
          <a:p>
            <a:pPr/>
            <a:r>
              <a:t>- description: Нужно проверить сроки поставки материалов.</a:t>
            </a:r>
          </a:p>
          <a:p>
            <a:pPr/>
            <a:r>
              <a:t>- category: Logistics</a:t>
            </a:r>
          </a:p>
          <a:p>
            <a:pPr/>
            <a:r>
              <a:t>- priority: critical</a:t>
            </a:r>
          </a:p>
          <a:p>
            <a:pPr/>
            <a:r>
              <a:t>- severity: high</a:t>
            </a:r>
          </a:p>
          <a:p>
            <a:pPr/>
            <a:r>
              <a:t>- schedule_impact_days: 12</a:t>
            </a:r>
          </a:p>
          <a:p>
            <a:pPr/>
            <a:r>
              <a:t>- cost_impact: 15000.00</a:t>
            </a:r>
          </a:p>
          <a:p>
            <a:pPr/>
            <a:r>
              <a:t>- owner_id: —</a:t>
            </a:r>
          </a:p>
          <a:p>
            <a:pPr/>
            <a:r>
              <a:t>- action_required: Провести аудит поставщика.</a:t>
            </a:r>
          </a:p>
          <a:p>
            <a:pPr/>
            <a:r>
              <a:t>- status: in_progress</a:t>
            </a:r>
          </a:p>
          <a:p>
            <a:pPr/>
            <a:r>
              <a:t>- identified_at: —</a:t>
            </a:r>
          </a:p>
          <a:p>
            <a:pPr/>
            <a:r>
              <a:t>- due_date: 2026-09-30</a:t>
            </a:r>
          </a:p>
          <a:p>
            <a:pPr/>
            <a:r>
              <a:t>- resolved_at: —</a:t>
            </a:r>
          </a:p>
          <a:p>
            <a:pPr/>
            <a:r>
              <a:t>- created_by: 1</a:t>
            </a:r>
          </a:p>
          <a:p>
            <a:pPr/>
            <a:r>
              <a:t>- created_at: 2026-09-22T05:00:19</a:t>
            </a:r>
          </a:p>
          <a:p>
            <a:pPr/>
            <a:r>
              <a:t>- updated_at: 2026-09-22T05:00:19</a:t>
            </a:r>
          </a:p>
          <a:p>
            <a:pPr/>
          </a:p>
          <a:p>
            <a:pPr/>
            <a:r>
              <a:t>10. Issue</a:t>
            </a:r>
          </a:p>
          <a:p>
            <a:pPr/>
            <a:r>
              <a:t>- id: 10</a:t>
            </a:r>
          </a:p>
          <a:p>
            <a:pPr/>
            <a:r>
              <a:t>- project_id: 1</a:t>
            </a:r>
          </a:p>
          <a:p>
            <a:pPr/>
            <a:r>
              <a:t>- code: I-010</a:t>
            </a:r>
          </a:p>
          <a:p>
            <a:pPr/>
            <a:r>
              <a:t>- title: R-007: Риск задержки поставок</a:t>
            </a:r>
          </a:p>
          <a:p>
            <a:pPr/>
            <a:r>
              <a:t>- description: Поставщик может задержать материалы</a:t>
            </a:r>
          </a:p>
          <a:p>
            <a:pPr/>
            <a:r>
              <a:t>- category: risk</a:t>
            </a:r>
          </a:p>
          <a:p>
            <a:pPr/>
            <a:r>
              <a:t>- priority: high</a:t>
            </a:r>
          </a:p>
          <a:p>
            <a:pPr/>
            <a:r>
              <a:t>- severity: high</a:t>
            </a:r>
          </a:p>
          <a:p>
            <a:pPr/>
            <a:r>
              <a:t>- schedule_impact_days: —</a:t>
            </a:r>
          </a:p>
          <a:p>
            <a:pPr/>
            <a:r>
              <a:t>- cost_impact: —</a:t>
            </a:r>
          </a:p>
          <a:p>
            <a:pPr/>
            <a:r>
              <a:t>- owner_id: —</a:t>
            </a:r>
          </a:p>
          <a:p>
            <a:pPr/>
            <a:r>
              <a:t>- action_required: Решение по риску требуется немедленно.</a:t>
            </a:r>
          </a:p>
          <a:p>
            <a:pPr/>
            <a:r>
              <a:t>- status: open</a:t>
            </a:r>
          </a:p>
          <a:p>
            <a:pPr/>
            <a:r>
              <a:t>- identified_at: 2026-09-22</a:t>
            </a:r>
          </a:p>
          <a:p>
            <a:pPr/>
            <a:r>
              <a:t>- due_date: —</a:t>
            </a:r>
          </a:p>
          <a:p>
            <a:pPr/>
            <a:r>
              <a:t>- resolved_at: —</a:t>
            </a:r>
          </a:p>
          <a:p>
            <a:pPr/>
            <a:r>
              <a:t>- created_by: 1</a:t>
            </a:r>
          </a:p>
          <a:p>
            <a:pPr/>
            <a:r>
              <a:t>- created_at: 2026-09-22T05:00:19</a:t>
            </a:r>
          </a:p>
          <a:p>
            <a:pPr/>
            <a:r>
              <a:t>- updated_at: 2026-09-22T05:00:19</a:t>
            </a:r>
          </a:p>
          <a:p>
            <a:pPr/>
          </a:p>
          <a:p>
            <a:pPr/>
            <a:r>
              <a:t>11. Issue</a:t>
            </a:r>
          </a:p>
          <a:p>
            <a:pPr/>
            <a:r>
              <a:t>- id: 11</a:t>
            </a:r>
          </a:p>
          <a:p>
            <a:pPr/>
            <a:r>
              <a:t>- project_id: 1</a:t>
            </a:r>
          </a:p>
          <a:p>
            <a:pPr/>
            <a:r>
              <a:t>- code: I-011</a:t>
            </a:r>
          </a:p>
          <a:p>
            <a:pPr/>
            <a:r>
              <a:t>- title: R-008: Тестовый риск для аудита</a:t>
            </a:r>
          </a:p>
          <a:p>
            <a:pPr/>
            <a:r>
              <a:t>- description: Проверка журнала аудита</a:t>
            </a:r>
          </a:p>
          <a:p>
            <a:pPr/>
            <a:r>
              <a:t>- category: schedule</a:t>
            </a:r>
          </a:p>
          <a:p>
            <a:pPr/>
            <a:r>
              <a:t>- priority: high</a:t>
            </a:r>
          </a:p>
          <a:p>
            <a:pPr/>
            <a:r>
              <a:t>- severity: high</a:t>
            </a:r>
          </a:p>
          <a:p>
            <a:pPr/>
            <a:r>
              <a:t>- schedule_impact_days: —</a:t>
            </a:r>
          </a:p>
          <a:p>
            <a:pPr/>
            <a:r>
              <a:t>- cost_impact: —</a:t>
            </a:r>
          </a:p>
          <a:p>
            <a:pPr/>
            <a:r>
              <a:t>- owner_id: —</a:t>
            </a:r>
          </a:p>
          <a:p>
            <a:pPr/>
            <a:r>
              <a:t>- action_required: Решение по риску требуется немедленно.</a:t>
            </a:r>
          </a:p>
          <a:p>
            <a:pPr/>
            <a:r>
              <a:t>- status: open</a:t>
            </a:r>
          </a:p>
          <a:p>
            <a:pPr/>
            <a:r>
              <a:t>- identified_at: 2026-09-22</a:t>
            </a:r>
          </a:p>
          <a:p>
            <a:pPr/>
            <a:r>
              <a:t>- due_date: —</a:t>
            </a:r>
          </a:p>
          <a:p>
            <a:pPr/>
            <a:r>
              <a:t>- resolved_at: —</a:t>
            </a:r>
          </a:p>
          <a:p>
            <a:pPr/>
            <a:r>
              <a:t>- created_by: 1</a:t>
            </a:r>
          </a:p>
          <a:p>
            <a:pPr/>
            <a:r>
              <a:t>- created_at: 2026-09-22T05:00:19</a:t>
            </a:r>
          </a:p>
          <a:p>
            <a:pPr/>
            <a:r>
              <a:t>- updated_at: 2026-09-22T05:00:19</a:t>
            </a:r>
          </a:p>
          <a:p>
            <a:p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Решения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Решения</a:t>
            </a:r>
          </a:p>
          <a:p>
            <a:pPr/>
            <a:r>
              <a:t>Отсутствуют данные.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Изменения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Изменения</a:t>
            </a:r>
          </a:p>
          <a:p>
            <a:pPr/>
            <a:r>
              <a:t>Отсутствуют данные.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